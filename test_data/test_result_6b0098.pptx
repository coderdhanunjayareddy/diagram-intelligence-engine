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377" y="365760"/>
            <a:ext cx="4037590" cy="262890"/>
          </a:xfrm>
          <a:prstGeom prst="rect">
            <a:avLst/>
          </a:prstGeom>
          <a:solidFill>
            <a:srgbClr val="FFFFFF"/>
          </a:solidFill>
          <a:ln w="952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